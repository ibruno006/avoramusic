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9B1DA596-B066-47C7-8E3E-0A3A81C412AE}" type="datetimeFigureOut">
              <a:rPr lang="pt-BR" smtClean="0"/>
              <a:t>10/06/2026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A3BAC39-2781-42D8-8EA9-1E242ED4E8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1825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DA596-B066-47C7-8E3E-0A3A81C412AE}" type="datetimeFigureOut">
              <a:rPr lang="pt-BR" smtClean="0"/>
              <a:t>10/06/2026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BAC39-2781-42D8-8EA9-1E242ED4E8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8585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DA596-B066-47C7-8E3E-0A3A81C412AE}" type="datetimeFigureOut">
              <a:rPr lang="pt-BR" smtClean="0"/>
              <a:t>10/06/2026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BAC39-2781-42D8-8EA9-1E242ED4E8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596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DA596-B066-47C7-8E3E-0A3A81C412AE}" type="datetimeFigureOut">
              <a:rPr lang="pt-BR" smtClean="0"/>
              <a:t>10/06/2026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BAC39-2781-42D8-8EA9-1E242ED4E8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3207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DA596-B066-47C7-8E3E-0A3A81C412AE}" type="datetimeFigureOut">
              <a:rPr lang="pt-BR" smtClean="0"/>
              <a:t>10/06/2026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BAC39-2781-42D8-8EA9-1E242ED4E8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5850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DA596-B066-47C7-8E3E-0A3A81C412AE}" type="datetimeFigureOut">
              <a:rPr lang="pt-BR" smtClean="0"/>
              <a:t>10/06/2026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BAC39-2781-42D8-8EA9-1E242ED4E8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501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DA596-B066-47C7-8E3E-0A3A81C412AE}" type="datetimeFigureOut">
              <a:rPr lang="pt-BR" smtClean="0"/>
              <a:t>10/06/2026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BAC39-2781-42D8-8EA9-1E242ED4E8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8984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DA596-B066-47C7-8E3E-0A3A81C412AE}" type="datetimeFigureOut">
              <a:rPr lang="pt-BR" smtClean="0"/>
              <a:t>10/06/2026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BAC39-2781-42D8-8EA9-1E242ED4E8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5083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DA596-B066-47C7-8E3E-0A3A81C412AE}" type="datetimeFigureOut">
              <a:rPr lang="pt-BR" smtClean="0"/>
              <a:t>10/06/2026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BAC39-2781-42D8-8EA9-1E242ED4E8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9154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DA596-B066-47C7-8E3E-0A3A81C412AE}" type="datetimeFigureOut">
              <a:rPr lang="pt-BR" smtClean="0"/>
              <a:t>10/06/2026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BAC39-2781-42D8-8EA9-1E242ED4E8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4315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DA596-B066-47C7-8E3E-0A3A81C412AE}" type="datetimeFigureOut">
              <a:rPr lang="pt-BR" smtClean="0"/>
              <a:t>10/06/2026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BAC39-2781-42D8-8EA9-1E242ED4E8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3484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DA596-B066-47C7-8E3E-0A3A81C412AE}" type="datetimeFigureOut">
              <a:rPr lang="pt-BR" smtClean="0"/>
              <a:t>10/06/2026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BAC39-2781-42D8-8EA9-1E242ED4E8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00028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DA596-B066-47C7-8E3E-0A3A81C412AE}" type="datetimeFigureOut">
              <a:rPr lang="pt-BR" smtClean="0"/>
              <a:t>10/06/2026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BAC39-2781-42D8-8EA9-1E242ED4E8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46917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DA596-B066-47C7-8E3E-0A3A81C412AE}" type="datetimeFigureOut">
              <a:rPr lang="pt-BR" smtClean="0"/>
              <a:t>10/06/2026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BAC39-2781-42D8-8EA9-1E242ED4E8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34078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DA596-B066-47C7-8E3E-0A3A81C412AE}" type="datetimeFigureOut">
              <a:rPr lang="pt-BR" smtClean="0"/>
              <a:t>10/06/2026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BAC39-2781-42D8-8EA9-1E242ED4E8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93499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9B1DA596-B066-47C7-8E3E-0A3A81C412AE}" type="datetimeFigureOut">
              <a:rPr lang="pt-BR" smtClean="0"/>
              <a:t>10/06/2026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BAC39-2781-42D8-8EA9-1E242ED4E8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43961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9B1DA596-B066-47C7-8E3E-0A3A81C412AE}" type="datetimeFigureOut">
              <a:rPr lang="pt-BR" smtClean="0"/>
              <a:t>10/06/2026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BAC39-2781-42D8-8EA9-1E242ED4E8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1447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9B1DA596-B066-47C7-8E3E-0A3A81C412AE}" type="datetimeFigureOut">
              <a:rPr lang="pt-BR" smtClean="0"/>
              <a:t>10/06/2026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pt-BR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A3BAC39-2781-42D8-8EA9-1E242ED4E8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1109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C4B52B-748A-46F6-94F2-FEAE862FF9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219200"/>
            <a:ext cx="8825658" cy="2677648"/>
          </a:xfrm>
        </p:spPr>
        <p:txBody>
          <a:bodyPr/>
          <a:lstStyle/>
          <a:p>
            <a:r>
              <a:rPr lang="pt-BR" dirty="0" err="1"/>
              <a:t>iMusic</a:t>
            </a:r>
            <a:br>
              <a:rPr lang="pt-BR" dirty="0"/>
            </a:br>
            <a:br>
              <a:rPr lang="pt-BR" dirty="0"/>
            </a:br>
            <a:r>
              <a:rPr lang="pt-BR" sz="2400" dirty="0"/>
              <a:t>Transformando conexões em apresentações...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A7A8D55-C506-4EBE-A84D-AE5C1F28AC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Bruno Cardoso	Gustavo santos		</a:t>
            </a:r>
          </a:p>
          <a:p>
            <a:r>
              <a:rPr lang="pt-BR" dirty="0"/>
              <a:t>Ian </a:t>
            </a:r>
            <a:r>
              <a:rPr lang="pt-BR" dirty="0" err="1"/>
              <a:t>koyama</a:t>
            </a:r>
            <a:r>
              <a:rPr lang="pt-BR" dirty="0"/>
              <a:t>  		</a:t>
            </a:r>
            <a:r>
              <a:rPr lang="pt-BR" dirty="0" err="1"/>
              <a:t>jose</a:t>
            </a:r>
            <a:r>
              <a:rPr lang="pt-BR" dirty="0"/>
              <a:t> </a:t>
            </a:r>
            <a:r>
              <a:rPr lang="pt-BR" dirty="0" err="1"/>
              <a:t>kennedy</a:t>
            </a:r>
            <a:r>
              <a:rPr lang="pt-BR" dirty="0"/>
              <a:t> 		Erick </a:t>
            </a:r>
            <a:r>
              <a:rPr lang="pt-BR" dirty="0" err="1"/>
              <a:t>juan</a:t>
            </a:r>
            <a:r>
              <a:rPr lang="pt-BR" dirty="0"/>
              <a:t> 		</a:t>
            </a:r>
          </a:p>
        </p:txBody>
      </p:sp>
      <p:pic>
        <p:nvPicPr>
          <p:cNvPr id="7" name="Gráfico 6" descr="Notação musical com preenchimento sólido">
            <a:extLst>
              <a:ext uri="{FF2B5EF4-FFF2-40B4-BE49-F238E27FC236}">
                <a16:creationId xmlns:a16="http://schemas.microsoft.com/office/drawing/2014/main" id="{B40C7BDC-FD38-4C8C-96A8-6B6B0486BA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7306203" y="986101"/>
            <a:ext cx="4885797" cy="4885797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92D38766-C69F-413F-A2BC-7DD2D555064F}"/>
              </a:ext>
            </a:extLst>
          </p:cNvPr>
          <p:cNvSpPr txBox="1"/>
          <p:nvPr/>
        </p:nvSpPr>
        <p:spPr>
          <a:xfrm>
            <a:off x="1154955" y="2828471"/>
            <a:ext cx="7437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>
                    <a:lumMod val="95000"/>
                  </a:schemeClr>
                </a:solidFill>
              </a:rPr>
              <a:t>Plataforma inteligente para contratação de músicos e bandas.</a:t>
            </a:r>
          </a:p>
        </p:txBody>
      </p:sp>
    </p:spTree>
    <p:extLst>
      <p:ext uri="{BB962C8B-B14F-4D97-AF65-F5344CB8AC3E}">
        <p14:creationId xmlns:p14="http://schemas.microsoft.com/office/powerpoint/2010/main" val="2260340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5EE120-542F-4AA1-8314-EBC1B4591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614082"/>
          </a:xfrm>
        </p:spPr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D733C9-4676-40AA-9AE1-686F7B4FB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6979" y="1048871"/>
            <a:ext cx="5190066" cy="4572000"/>
          </a:xfrm>
        </p:spPr>
        <p:txBody>
          <a:bodyPr/>
          <a:lstStyle/>
          <a:p>
            <a:r>
              <a:rPr lang="pt-BR" dirty="0"/>
              <a:t>A busca é feita por indicação.</a:t>
            </a:r>
          </a:p>
          <a:p>
            <a:r>
              <a:rPr lang="pt-BR" dirty="0"/>
              <a:t>Não existe padronização de preços.</a:t>
            </a:r>
          </a:p>
          <a:p>
            <a:r>
              <a:rPr lang="pt-BR" dirty="0"/>
              <a:t>A negociação ocorre por WhatsApp.</a:t>
            </a:r>
          </a:p>
          <a:p>
            <a:r>
              <a:rPr lang="pt-BR" dirty="0"/>
              <a:t>Há dificuldade para verificar disponibilidade.</a:t>
            </a:r>
          </a:p>
          <a:p>
            <a:r>
              <a:rPr lang="pt-BR" dirty="0"/>
              <a:t>Não existe histórico ou avaliação confiável.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2630B57-613F-4C22-A5DC-4653860CEB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4" y="2017060"/>
            <a:ext cx="2793158" cy="4007820"/>
          </a:xfrm>
        </p:spPr>
        <p:txBody>
          <a:bodyPr/>
          <a:lstStyle/>
          <a:p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O problema:</a:t>
            </a:r>
          </a:p>
          <a:p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Milhares de bares, restaurantes e eventos precisam contratar músicos para seus estabelecimentos.</a:t>
            </a:r>
          </a:p>
          <a:p>
            <a:endParaRPr lang="pt-BR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Ponto a considerar:</a:t>
            </a:r>
          </a:p>
          <a:p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Ao mesmo tempo, músicos e bandas encontram dificuldade para divulgar seu trabalho e conseguir apresentações.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06075C6-0D45-4419-844E-8A15A8FF6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4552" y="310018"/>
            <a:ext cx="814107" cy="738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71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55F14A-CE7C-47AE-BC12-C2BBC390A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NOSSA SOLUÇÃO / OBEJTIVO GERAL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350801-E9B6-476E-97BA-40DCDD3E42B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pt-BR" sz="2000" dirty="0"/>
              <a:t>O </a:t>
            </a:r>
            <a:r>
              <a:rPr lang="pt-BR" sz="2000" dirty="0" err="1"/>
              <a:t>iMusic</a:t>
            </a:r>
            <a:r>
              <a:rPr lang="pt-BR" sz="2000" dirty="0"/>
              <a:t> é uma plataforma digital que conecta:</a:t>
            </a:r>
          </a:p>
          <a:p>
            <a:pPr marL="0" indent="0">
              <a:buNone/>
            </a:pPr>
            <a:endParaRPr lang="pt-BR" sz="2000" dirty="0"/>
          </a:p>
          <a:p>
            <a:r>
              <a:rPr lang="pt-BR" sz="2000" dirty="0"/>
              <a:t>🎤 Músicos</a:t>
            </a:r>
          </a:p>
          <a:p>
            <a:r>
              <a:rPr lang="pt-BR" sz="2000" dirty="0"/>
              <a:t>🎸 Bandas</a:t>
            </a:r>
          </a:p>
          <a:p>
            <a:r>
              <a:rPr lang="pt-BR" sz="2000" dirty="0"/>
              <a:t>🏢 Bares e Estabelecimentos  </a:t>
            </a:r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r>
              <a:rPr lang="pt-BR" sz="2000" dirty="0"/>
              <a:t>permitindo que todo o processo de contratação aconteça dentro do aplicativo.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5DBAFB4-DA6C-45D3-9D4C-8B9077E64E8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pt-BR" dirty="0"/>
              <a:t>Criar uma plataforma segura, rápida e intuitiva para facilitar a contratação de artistas para eventos e estabelecimentos comerciais.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Centralizar contratações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Facilitar negociações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Exibir disponibilidade em agenda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Gerar histórico de apresentações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Permitir avaliações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Melhorar a visibilidade dos artistas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Reduzir tempo de busca para contratantes</a:t>
            </a:r>
          </a:p>
        </p:txBody>
      </p:sp>
    </p:spTree>
    <p:extLst>
      <p:ext uri="{BB962C8B-B14F-4D97-AF65-F5344CB8AC3E}">
        <p14:creationId xmlns:p14="http://schemas.microsoft.com/office/powerpoint/2010/main" val="1580219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6D3738-2D94-430A-A232-DEE0F8151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Diferencial do projeto; 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4E34384-89E3-432F-BB6C-987F75AF513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O que torna o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</a:rPr>
              <a:t>iMusic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diferente!!!!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D2731AE-0DC8-4DF1-A018-EFD9FE4073BF}"/>
              </a:ext>
            </a:extLst>
          </p:cNvPr>
          <p:cNvSpPr txBox="1"/>
          <p:nvPr/>
        </p:nvSpPr>
        <p:spPr>
          <a:xfrm>
            <a:off x="6898341" y="1237129"/>
            <a:ext cx="399377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✅ Filtro por estilo musical</a:t>
            </a:r>
            <a:br>
              <a:rPr lang="pt-BR" dirty="0"/>
            </a:br>
            <a:r>
              <a:rPr lang="pt-BR" dirty="0"/>
              <a:t>✅ Busca por localização</a:t>
            </a:r>
            <a:br>
              <a:rPr lang="pt-BR" dirty="0"/>
            </a:br>
            <a:r>
              <a:rPr lang="pt-BR" dirty="0"/>
              <a:t>✅ Agenda integrada</a:t>
            </a:r>
          </a:p>
          <a:p>
            <a:r>
              <a:rPr lang="pt-BR" dirty="0"/>
              <a:t>✅ Avaliações verificadas</a:t>
            </a:r>
          </a:p>
          <a:p>
            <a:r>
              <a:rPr lang="pt-BR" dirty="0"/>
              <a:t>✅ Histórico de contratações</a:t>
            </a:r>
          </a:p>
          <a:p>
            <a:r>
              <a:rPr lang="pt-BR" dirty="0"/>
              <a:t>✅ Contrato digital</a:t>
            </a:r>
          </a:p>
          <a:p>
            <a:endParaRPr lang="pt-BR" dirty="0"/>
          </a:p>
          <a:p>
            <a:r>
              <a:rPr lang="pt-BR" dirty="0"/>
              <a:t>Artistas; Cantores; Duplas; Bandas; DJs; Instrumentistas</a:t>
            </a:r>
          </a:p>
          <a:p>
            <a:endParaRPr lang="pt-BR" dirty="0"/>
          </a:p>
          <a:p>
            <a:r>
              <a:rPr lang="pt-BR" dirty="0"/>
              <a:t>Contratantes; Bares; Restaurantes; casas de show; Eventos particulares; Hotéis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41381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A69CB1-384F-4678-A1EE-A1777D164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FLUXO CORPORATIVO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5152BAC-A707-17AA-D21F-DC857C51F16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39"/>
          <a:stretch/>
        </p:blipFill>
        <p:spPr>
          <a:xfrm>
            <a:off x="1387169" y="3272980"/>
            <a:ext cx="9417662" cy="3282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407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E166EA-E1F2-4A70-AEB6-79A66DA15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IMPACTO DO PROJETO 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B7440A9-CA1F-4188-8107-DAEEAE8308C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pt-BR" sz="2800" dirty="0">
                <a:solidFill>
                  <a:schemeClr val="bg1">
                    <a:lumMod val="95000"/>
                  </a:schemeClr>
                </a:solidFill>
              </a:rPr>
              <a:t>Benefícios para ambas as partes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EC6301B-FF6E-44B3-BFBD-21F38A6DB0BB}"/>
              </a:ext>
            </a:extLst>
          </p:cNvPr>
          <p:cNvSpPr txBox="1"/>
          <p:nvPr/>
        </p:nvSpPr>
        <p:spPr>
          <a:xfrm>
            <a:off x="7171913" y="1889879"/>
            <a:ext cx="368449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Benefícios para artistas:</a:t>
            </a:r>
          </a:p>
          <a:p>
            <a:r>
              <a:rPr lang="pt-BR" dirty="0"/>
              <a:t>-   Mais visibilidade</a:t>
            </a:r>
          </a:p>
          <a:p>
            <a:r>
              <a:rPr lang="pt-BR" dirty="0"/>
              <a:t>-   Mais oportunidades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r>
              <a:rPr lang="pt-BR" dirty="0"/>
              <a:t>Benefícios para contratantes:</a:t>
            </a:r>
          </a:p>
          <a:p>
            <a:r>
              <a:rPr lang="pt-BR" dirty="0"/>
              <a:t>-   Menos tempo procurando</a:t>
            </a:r>
          </a:p>
          <a:p>
            <a:r>
              <a:rPr lang="pt-BR" dirty="0"/>
              <a:t>-   Contratações mais seguras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r>
              <a:rPr lang="pt-BR" dirty="0"/>
              <a:t>Benefícios para o mercado:</a:t>
            </a:r>
          </a:p>
          <a:p>
            <a:pPr marL="285750" indent="-285750">
              <a:buFontTx/>
              <a:buChar char="-"/>
            </a:pPr>
            <a:r>
              <a:rPr lang="pt-BR" dirty="0"/>
              <a:t>Digitalização do processo</a:t>
            </a:r>
          </a:p>
          <a:p>
            <a:pPr marL="285750" indent="-285750">
              <a:buFontTx/>
              <a:buChar char="-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47647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8462E9-5C22-4269-BA84-042672DB0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FINANCEIRO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691D1E-9205-4685-9D69-5AE4FCE8275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Monetização</a:t>
            </a:r>
          </a:p>
          <a:p>
            <a:endParaRPr lang="pt-BR" dirty="0"/>
          </a:p>
          <a:p>
            <a:r>
              <a:rPr lang="pt-BR" dirty="0"/>
              <a:t>* Taxa por contratação</a:t>
            </a:r>
          </a:p>
          <a:p>
            <a:r>
              <a:rPr lang="pt-BR" dirty="0"/>
              <a:t>* Plano Premium para artistas</a:t>
            </a:r>
          </a:p>
          <a:p>
            <a:r>
              <a:rPr lang="pt-BR" dirty="0"/>
              <a:t>Destaque nos resultados</a:t>
            </a:r>
          </a:p>
          <a:p>
            <a:r>
              <a:rPr lang="pt-BR" dirty="0"/>
              <a:t>Assinatura para estabelecimentos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58DEEB3-D5AA-4EC9-BAB7-8876FC44F91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pt-BR" dirty="0"/>
              <a:t>Disponibilizar material de checagem referente a faturamento mensal , anual, </a:t>
            </a:r>
            <a:r>
              <a:rPr lang="pt-BR" dirty="0" err="1"/>
              <a:t>etc</a:t>
            </a:r>
            <a:r>
              <a:rPr lang="pt-BR" dirty="0"/>
              <a:t> </a:t>
            </a:r>
          </a:p>
          <a:p>
            <a:r>
              <a:rPr lang="pt-BR" dirty="0"/>
              <a:t>Margem de rentabilidade por contratação ou volume de contratações.</a:t>
            </a:r>
          </a:p>
          <a:p>
            <a:r>
              <a:rPr lang="pt-BR" dirty="0"/>
              <a:t>Gráficos ilustrativos </a:t>
            </a:r>
          </a:p>
        </p:txBody>
      </p:sp>
    </p:spTree>
    <p:extLst>
      <p:ext uri="{BB962C8B-B14F-4D97-AF65-F5344CB8AC3E}">
        <p14:creationId xmlns:p14="http://schemas.microsoft.com/office/powerpoint/2010/main" val="3900005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6EE6DDF-A9CF-4138-B2BA-1625B18AB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1" y="657225"/>
            <a:ext cx="2563892" cy="554355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FE99D1E-A3AF-47F2-A97C-75590A8C7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4745" y="657225"/>
            <a:ext cx="2563892" cy="554355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A3EEC27-C0D0-4533-AEDA-83D29071DC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6213" y="657224"/>
            <a:ext cx="2563892" cy="554355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AF6EB2A-2B8B-4178-A147-CEE942DA0663}"/>
              </a:ext>
            </a:extLst>
          </p:cNvPr>
          <p:cNvSpPr txBox="1"/>
          <p:nvPr/>
        </p:nvSpPr>
        <p:spPr>
          <a:xfrm>
            <a:off x="4614745" y="114300"/>
            <a:ext cx="4286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TELAS DE CADASTRO</a:t>
            </a:r>
          </a:p>
        </p:txBody>
      </p:sp>
    </p:spTree>
    <p:extLst>
      <p:ext uri="{BB962C8B-B14F-4D97-AF65-F5344CB8AC3E}">
        <p14:creationId xmlns:p14="http://schemas.microsoft.com/office/powerpoint/2010/main" val="1027745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DD17739-F0B7-4056-A41D-BDB4C1476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276" y="736256"/>
            <a:ext cx="2490788" cy="538548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E09835A-2F7F-49E2-9D3C-4AEAB5302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0088" y="736254"/>
            <a:ext cx="2490789" cy="538549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D858561-136D-46C2-80B8-BE93DBFB4A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2935" y="736254"/>
            <a:ext cx="2490789" cy="538549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98F2393-63D7-4075-89D0-C3160CADCD21}"/>
              </a:ext>
            </a:extLst>
          </p:cNvPr>
          <p:cNvSpPr txBox="1"/>
          <p:nvPr/>
        </p:nvSpPr>
        <p:spPr>
          <a:xfrm>
            <a:off x="4805360" y="114300"/>
            <a:ext cx="3457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TELAS DE INÍCIO</a:t>
            </a:r>
          </a:p>
        </p:txBody>
      </p:sp>
    </p:spTree>
    <p:extLst>
      <p:ext uri="{BB962C8B-B14F-4D97-AF65-F5344CB8AC3E}">
        <p14:creationId xmlns:p14="http://schemas.microsoft.com/office/powerpoint/2010/main" val="4284060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9ADB5F2-E7CB-49A1-9713-072452247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688" y="728662"/>
            <a:ext cx="2497812" cy="540067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4DAFDA8-C2C3-46F7-A755-BC25AEC6D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0088" y="728662"/>
            <a:ext cx="2497813" cy="540067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36D95A9-30D8-4E01-892B-58F6DC90BC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9087" y="728660"/>
            <a:ext cx="2497813" cy="540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764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902CE08-08E9-443F-9A06-70382352E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" y="514349"/>
            <a:ext cx="2544068" cy="5500687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754E8DE-2FD9-4DC5-949B-BF84336DF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0113" y="514348"/>
            <a:ext cx="2544068" cy="550068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7553326-6301-4A9C-A28D-F37B4856E1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7676" y="514348"/>
            <a:ext cx="2544068" cy="55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459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80F8612-0987-46BC-BB25-FECE80D85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125" y="628650"/>
            <a:ext cx="2491204" cy="5386387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F712F5BC-AC17-4FEF-ABDF-D7E75A0C8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8676" y="628650"/>
            <a:ext cx="2491204" cy="5386387"/>
          </a:xfrm>
          <a:prstGeom prst="rect">
            <a:avLst/>
          </a:prstGeom>
        </p:spPr>
      </p:pic>
      <p:sp>
        <p:nvSpPr>
          <p:cNvPr id="8" name="AutoShape 2">
            <a:extLst>
              <a:ext uri="{FF2B5EF4-FFF2-40B4-BE49-F238E27FC236}">
                <a16:creationId xmlns:a16="http://schemas.microsoft.com/office/drawing/2014/main" id="{7F40A36F-7956-4145-885E-0D423872C78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D1F15299-A565-4037-8D82-4CB42A5A9F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3352" y="628650"/>
            <a:ext cx="2491204" cy="5386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912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60CA041-6230-463A-AE2F-E7301D992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862" y="714374"/>
            <a:ext cx="2279749" cy="4929187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CED748B-FE64-4F00-9134-BAEA1F1C5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938" y="714372"/>
            <a:ext cx="2279750" cy="4929189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CD6EBEB-CE8D-44D3-ABFF-0CBED864F3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3015" y="714371"/>
            <a:ext cx="2279750" cy="492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573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370653B-4234-4A32-B95D-07C982E8F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112" y="685800"/>
            <a:ext cx="2326005" cy="50292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0425D10-EB49-44ED-8C90-93ADA82AA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0089" y="685800"/>
            <a:ext cx="2326006" cy="502920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59D801E-7B7F-4670-892A-C2D77C25DB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0512" y="685800"/>
            <a:ext cx="2326005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795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BD2FE0-6665-4689-983A-D3793CE72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CONCLUSÃO ; 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8EB7740-1B19-40B3-AA02-49BD715EB5C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BR" dirty="0"/>
              <a:t>O </a:t>
            </a:r>
            <a:r>
              <a:rPr lang="pt-BR" dirty="0" err="1"/>
              <a:t>iMusic</a:t>
            </a:r>
            <a:r>
              <a:rPr lang="pt-BR" dirty="0"/>
              <a:t> não é apenas um aplicativo...</a:t>
            </a:r>
          </a:p>
          <a:p>
            <a:r>
              <a:rPr lang="pt-BR" dirty="0"/>
              <a:t>Ele é uma plataforma que conecta oportunidades, facilita contratações e impulsiona o mercado musical local através da tecnologia.</a:t>
            </a:r>
          </a:p>
          <a:p>
            <a:r>
              <a:rPr lang="pt-BR" dirty="0"/>
              <a:t>Aumentando a troca de conhecimento, crescimento e desenvolvimento...</a:t>
            </a:r>
          </a:p>
        </p:txBody>
      </p:sp>
    </p:spTree>
    <p:extLst>
      <p:ext uri="{BB962C8B-B14F-4D97-AF65-F5344CB8AC3E}">
        <p14:creationId xmlns:p14="http://schemas.microsoft.com/office/powerpoint/2010/main" val="15738260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 - Sala da Diretoria">
  <a:themeElements>
    <a:clrScheme name="Íon - Sala da Diretoria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Íon - Sala da Diretoria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 - Sala da Diretoria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402</TotalTime>
  <Words>373</Words>
  <Application>Microsoft Office PowerPoint</Application>
  <PresentationFormat>Widescreen</PresentationFormat>
  <Paragraphs>70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Wingdings 3</vt:lpstr>
      <vt:lpstr>Íon - Sala da Diretoria</vt:lpstr>
      <vt:lpstr>iMusic  Transformando conexões em apresentações...</vt:lpstr>
      <vt:lpstr>Introdução</vt:lpstr>
      <vt:lpstr>NOSSA SOLUÇÃO / OBEJTIVO GERAL</vt:lpstr>
      <vt:lpstr>Diferencial do projeto; </vt:lpstr>
      <vt:lpstr>FLUXO CORPORATIVO</vt:lpstr>
      <vt:lpstr>IMPACTO DO PROJETO </vt:lpstr>
      <vt:lpstr>FINANCEIRO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CONCLUSÃO ;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iMusic    Transformando conexões          Em apresentações</dc:title>
  <dc:creator>ALINE MARIA</dc:creator>
  <cp:lastModifiedBy>ALINE MARIA</cp:lastModifiedBy>
  <cp:revision>18</cp:revision>
  <dcterms:created xsi:type="dcterms:W3CDTF">2026-06-08T12:33:55Z</dcterms:created>
  <dcterms:modified xsi:type="dcterms:W3CDTF">2026-06-10T17:27:53Z</dcterms:modified>
</cp:coreProperties>
</file>